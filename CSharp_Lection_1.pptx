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6C748-A84E-489A-A62C-84C1207057F9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6FF464-E2B7-49C8-85B1-3AA7B8B42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58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FC5C1-C2F3-2E1E-6008-0BD1302A3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A450B0-6AE4-C4DC-4B94-9ED679EC7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6ACCAF-DE5E-3260-BD13-5807BB90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0C75-5C85-48B2-9C5F-9E765DA8E32A}" type="datetime1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E64DF9-BCD0-FDF9-2C6B-7E670080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AD5B76-5B20-4C60-A7D5-687BB303B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16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887C95-9C5F-DCB8-D7E7-A770D5A4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51CA6A-FF11-3848-C77E-E3FF7423A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A632D6-ABF7-A5B8-2BA8-9AB51F55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8ED01-8C37-453F-9BF9-72385FDE2B82}" type="datetime1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376119-7A66-CA12-74D7-4790998CA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5D4D89-44CC-181D-791A-CB33A9F9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555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42A11-95FB-FFBF-050C-9C75F75F5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C8A5A9-78CD-EA11-14B6-3B651B5D1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C87803-83F3-E341-FB23-DFC5DCB1C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74016-F2D2-4AD0-87E7-43168F74A3BC}" type="datetime1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C16B3C-CE22-E512-C0E5-F2CA0269B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B47DBE-D701-69F4-8057-E4DBDE28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372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A17D3-E58B-9768-526D-B87BFFA87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6AD919-FEFB-D93D-1F53-64269E280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8A95E3-9446-FB40-38C1-E86E0A389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99BFDF-B91D-9B6D-7E6B-62BE67AD5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49DE-8DB2-40E1-86AD-38CA0C22F08F}" type="datetime1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6D39BC-7DC1-8CB8-E696-F9FD5CBB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762FB2-C954-1123-EE00-765B9970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42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1706E-63A3-4F83-3623-3877B6324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A49195-E379-73BD-621B-088632546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C1A320B-EF1E-F1E1-3C2A-385AA501A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D45B08-B1E1-D098-7B51-0415CFAF9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AA6D63-D7F9-87F3-7556-6C33F785C5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1019B7F-20E8-452E-FBA5-2074C6F2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9CD5-3791-442E-8DBB-6494B5BA1F0F}" type="datetime1">
              <a:rPr lang="ru-RU" smtClean="0"/>
              <a:t>08.11.2025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A7CB13-D692-C6F5-5533-B4D07A9C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DAA57D-836E-9F69-7822-087448D1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541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4E836F-2F91-A3BF-49D8-D0FB96037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8AD97E-4494-F07C-4B3C-B26BB98D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92EC-48ED-4444-8796-A4F7D0BD3014}" type="datetime1">
              <a:rPr lang="ru-RU" smtClean="0"/>
              <a:t>08.11.2025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2D4AFE3-83DE-F536-38EE-C5D6723DD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E722C9-0D71-1C1C-4E45-2B8B2808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71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D881AF-5A44-A17D-F739-7F9E2426F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58C09-64A3-4C9A-B355-8EB4A767B163}" type="datetime1">
              <a:rPr lang="ru-RU" smtClean="0"/>
              <a:t>08.11.2025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A9C63F-6B04-AE67-B35F-9C1006063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A8EFF9-4D3D-1F07-3159-B7134CA08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91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F6D0F-F08C-3776-74FD-0D0B89C0F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E48A8E-4069-A628-7CAC-0DD3DA46E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53B199-AEA2-154E-4AE9-170627134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47DE64-2B35-3036-308E-4F47B653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3CB6-4531-457E-AB54-6542AD2A9F4C}" type="datetime1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3E059E-A084-B00C-B2FE-9CAE08703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3FE2F9-7E4F-08A8-8EC3-B8DA6991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916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EB764-5D7B-9BD1-EE48-6C997F350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D54E49F-94DC-4D7A-6B42-6CB3D6688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16BDBD-8AB0-48B7-F6B2-C640C1C56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962771-4D9D-A7E3-3BE3-6A41A05B3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E8BF-5737-412E-99A9-CECAA6DB5EFF}" type="datetime1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34D876-9675-E726-25C5-FAD76F47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433D70-A896-DCA2-259B-F5857DBCC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758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C3DD9-1B85-A07A-AD38-61C53FEA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C51CB67-3392-9AEF-799C-4C22C88E3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071685-4A35-B8A5-ADC1-9BE65E08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E09B-9F02-4767-9E6F-E687EC65F941}" type="datetime1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C3053B-927D-0C25-2FE2-7B179012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23D319-3B14-749F-7332-3F85CD7E1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373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165117A-424F-FB8C-DBD2-DB0C76926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AD3334-CA77-AD30-EDA8-264185B8A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84808C-C4EF-D583-1464-7A30B1B02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FF072-A565-4AE0-B471-76FB12EEDDC8}" type="datetime1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43CAC0-9891-0F70-986A-9848E30F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EA2E4F-01FE-4760-F969-975B0862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054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8F1FA-5F71-C7E4-D2C5-E46828431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CE20B3-B8CA-CC62-A7D8-E8BF394A3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7770A9-B756-4C1D-D561-182C8EA4A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1FF9-D86E-455E-BAD2-DD824E525448}" type="datetime1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1084FC-BF54-2E0D-9A48-1C7B9A65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1A0F56-962D-3999-6067-33E60E102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601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F32BA-636D-23C2-18CF-C280928E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0833DE-EEFA-A629-2397-87B709BEA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426D78-C6C9-8F34-063A-D224131F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F54A-2D85-40CD-A328-0C0939F75339}" type="datetime1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235FA-AA40-5ECB-8AF9-8BD2B2A10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7CB764-BA7A-176F-3001-742E1B69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801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788E24-0647-C667-9D23-664068D03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2FB787-3B18-E4E6-7385-3064D2636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48C2BF-508E-D159-EF39-CDBAFBE8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8D7F1-771A-4A11-B9B4-FFA835DE5D89}" type="datetime1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CB9DD3-0B85-8D89-344D-78EBE3D5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A18029-BA01-62F1-3813-CBE031E01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74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2C524-40E9-C82D-D879-718FAC666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DFF97-8A9F-576F-C038-110564917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81F794-2E57-1552-132D-123EC9027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5D16760-D51F-8584-7699-ECA73A49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4915B-4F6E-4E44-A454-E01932D34C73}" type="datetime1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0FE65C-1A34-717A-D5EC-CAED99F0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68721B-143D-DEF3-BF66-0F0B839E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027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C6E85-BB65-C0D5-BF8C-8B7D7A7D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00291E-98C1-0840-1EFB-11917FB47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B4DBD3-617A-483D-62E4-1B928845C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26812B-D651-9E85-010D-6FC156A5D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8F0C872-0FBF-1BDD-C86B-6A837B8A3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230C0D8-C3A7-D263-F325-B8471444F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E277-B91F-4C64-A18F-AD7F8DA6CBCC}" type="datetime1">
              <a:rPr lang="ru-RU" smtClean="0"/>
              <a:t>08.11.2025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30B721D-C275-DA8B-72DC-6160F307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1E278F9-FE06-51EE-DDC1-1B19D6E3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5110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3FE66-2EFA-031C-B9E7-C71AB56CB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76151C-A155-52D0-23A8-CD518A6D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D05AA-F1EC-49BD-A4DC-C073FEEEF978}" type="datetime1">
              <a:rPr lang="ru-RU" smtClean="0"/>
              <a:t>08.11.2025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09907AD-ACC2-F2C1-DF4B-1EBA05184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E1FC23-E95D-67A5-0E24-A18F1916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263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6793F9D-5308-E12A-1343-E8C9E58D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DD501-E9BA-4D1D-9CB4-AE3AC4E4BA0C}" type="datetime1">
              <a:rPr lang="ru-RU" smtClean="0"/>
              <a:t>08.11.2025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364EB7-F980-143A-93A8-47ADF6F7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CFB16-0851-78BF-8892-C401FAED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345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EB21F2-0A20-E889-AC4B-EB6A02790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8E33EE-0EDB-7F3C-3870-2B97C1A20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6F0047-6CD7-926C-EE37-1FEA1BACD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5C20F7-68FB-FE6E-AE1F-F03E18478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D1A34-198D-4FB1-85C4-C5475F9C19E7}" type="datetime1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0541DE-A225-01F7-4671-88CFFD2E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61D251-2627-650C-7A40-736BC026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576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F6F9D-AF4E-28D4-3609-D390EED18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C374FD1-7DD5-A4BF-AAF0-59DF64DD6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83CF3B-AAEB-D3B0-A8F3-7CE326583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4B77B2-80BC-65D5-4F64-2D89C87F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B2C59-5075-4F1B-B005-93D832210A63}" type="datetime1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C0F3CE-6BF5-4DEB-4467-5E66FB946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AAC570-2814-3EC1-7E34-81AB64AAE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2646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804FBD-E427-8211-2AD3-E52E1E6F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7AEA81-C33E-BCAF-5471-97D0645AF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230C69-E5E8-AFFC-1295-2F86CEF3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26BE-4D93-4526-BE27-1EA2CB4A6217}" type="datetime1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C7EB66-0C74-EF20-F661-E1189AD96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3AA986-9FDD-1DA8-35C7-24B598F8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546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45321FC-058E-5330-E908-7499D6289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814DDA-26F5-0598-8E12-6822E4C8F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84EBED-6910-9014-C111-BA9BC2BA8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5BC69-0DAD-4E9D-BD96-47F8C772037A}" type="datetime1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87C751-62DB-0312-4608-31897D6A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C81AA8-1976-1702-F3F4-8A15BFC6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502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13027-87A2-674B-DF64-0DEA1C0F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CEE97A-13DE-5348-88D0-93CD779E8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27B57F-2B6D-7D06-4E9F-ED04A3970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70BB9-4C47-4DF0-8990-A3EBACCB278C}" type="datetime1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360D6-DC2A-1139-B391-AC3D8CBDB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7D5E85-D21E-6E69-6891-2204ECDDD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34C6F-A464-4B1A-B6BE-98ECF32762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23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0EF94-4069-F589-C61F-649168743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7D4C82-8752-B185-6BEE-1C3573AED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61B311-FA68-8FDB-CBAC-508E3A4BA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285A6-062D-4BE9-ACE1-0DCAFD12EAF9}" type="datetime1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7C1DEB-2345-1FD7-1CE7-37F0BB918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4CBF84-0A21-9ACE-9C6F-D5F670F03B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34B93A-14A5-4901-95B5-09F6ECF7E5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71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F459AD-B501-8146-B6CD-37C591A7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1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395A93-1644-834D-A881-FCD59289D65A}"/>
              </a:ext>
            </a:extLst>
          </p:cNvPr>
          <p:cNvSpPr txBox="1"/>
          <p:nvPr/>
        </p:nvSpPr>
        <p:spPr>
          <a:xfrm>
            <a:off x="2661920" y="433755"/>
            <a:ext cx="686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Алгоритмизация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749458-52B5-23AE-8220-430228294741}"/>
              </a:ext>
            </a:extLst>
          </p:cNvPr>
          <p:cNvSpPr txBox="1"/>
          <p:nvPr/>
        </p:nvSpPr>
        <p:spPr>
          <a:xfrm>
            <a:off x="965200" y="2624748"/>
            <a:ext cx="43383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Алгоритм — совокупность точно заданных правил решения некоторого класса задач или набор инструкций, описывающих порядок действий исполнителя для решения определённой задачи</a:t>
            </a:r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68D57431-EE15-638A-0815-397398E76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570" y="1869533"/>
            <a:ext cx="5651500" cy="375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28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2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661920" y="433755"/>
            <a:ext cx="686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Алгоритмизация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2B717-0088-E1E5-C7B8-DA001E15CE9B}"/>
              </a:ext>
            </a:extLst>
          </p:cNvPr>
          <p:cNvSpPr txBox="1"/>
          <p:nvPr/>
        </p:nvSpPr>
        <p:spPr>
          <a:xfrm>
            <a:off x="944880" y="1027394"/>
            <a:ext cx="107086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Задача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: 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Программа получает два целых числа и в цикле одновременно увеличивает первое число на значение второго, а второе — на первое, пока оба числа не станут больше 50, после чего выводит итоговые значения.</a:t>
            </a:r>
          </a:p>
        </p:txBody>
      </p:sp>
    </p:spTree>
    <p:extLst>
      <p:ext uri="{BB962C8B-B14F-4D97-AF65-F5344CB8AC3E}">
        <p14:creationId xmlns:p14="http://schemas.microsoft.com/office/powerpoint/2010/main" val="3958866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3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661920" y="433755"/>
            <a:ext cx="686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Алгоритмизация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2B717-0088-E1E5-C7B8-DA001E15CE9B}"/>
              </a:ext>
            </a:extLst>
          </p:cNvPr>
          <p:cNvSpPr txBox="1"/>
          <p:nvPr/>
        </p:nvSpPr>
        <p:spPr>
          <a:xfrm>
            <a:off x="944880" y="1027394"/>
            <a:ext cx="107086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Задача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: 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Программа получает два целых числа и в цикле одновременно увеличивает первое число на значение второго, а второе — на первое, пока оба числа не станут больше 50, после чего выводит итоговые значения.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FEFFD89-E294-BD90-8B1E-C54F045AC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361" y="2190228"/>
            <a:ext cx="9375277" cy="391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28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4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661920" y="433755"/>
            <a:ext cx="686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Алгоритмизация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2B717-0088-E1E5-C7B8-DA001E15CE9B}"/>
              </a:ext>
            </a:extLst>
          </p:cNvPr>
          <p:cNvSpPr txBox="1"/>
          <p:nvPr/>
        </p:nvSpPr>
        <p:spPr>
          <a:xfrm>
            <a:off x="944880" y="1027394"/>
            <a:ext cx="107086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Задача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: 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Программа получает два целых числа и в цикле одновременно увеличивает первое число на значение второго, а второе — </a:t>
            </a:r>
            <a:r>
              <a:rPr lang="ru-RU" sz="200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на первое, 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пока оба числа не станут больше 50, после чего выводит итоговые значения.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312071-BA2F-17F7-712C-5680420DD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80" y="2051921"/>
            <a:ext cx="6035040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40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11D815-4925-6E2C-B55F-4629DD53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34C6F-A464-4B1A-B6BE-98ECF327620C}" type="slidenum">
              <a:rPr lang="ru-RU" sz="2000" smtClean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</a:rPr>
              <a:t>5</a:t>
            </a:fld>
            <a:endParaRPr lang="ru-RU" sz="2000" dirty="0">
              <a:solidFill>
                <a:schemeClr val="accent1">
                  <a:lumMod val="75000"/>
                </a:schemeClr>
              </a:solidFill>
              <a:latin typeface="Sitka Subheading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BFFE0-B12E-ADC9-A92E-6C82C0781BD2}"/>
              </a:ext>
            </a:extLst>
          </p:cNvPr>
          <p:cNvSpPr txBox="1"/>
          <p:nvPr/>
        </p:nvSpPr>
        <p:spPr>
          <a:xfrm>
            <a:off x="2661920" y="433755"/>
            <a:ext cx="686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Алгоритмизация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2B717-0088-E1E5-C7B8-DA001E15CE9B}"/>
              </a:ext>
            </a:extLst>
          </p:cNvPr>
          <p:cNvSpPr txBox="1"/>
          <p:nvPr/>
        </p:nvSpPr>
        <p:spPr>
          <a:xfrm>
            <a:off x="4392445" y="1843950"/>
            <a:ext cx="71831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Свойства хорошего алгоритма: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• Понятность: Каждый шаг должен быть ясным.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• Дискретность: Процесс разбит на отдельные, мелкие шаги.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• Определенность: Каждое действие однозначно.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• Результативность: Алгоритм должен всегда приводить к результату.</a:t>
            </a:r>
          </a:p>
          <a:p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Sitka Subheading Semibold" pitchFamily="2" charset="0"/>
                <a:ea typeface="Noto Serif JP Light" panose="02020200000000000000" pitchFamily="18" charset="-128"/>
              </a:rPr>
              <a:t>• Массовость: Один и тот же алгоритм должен решать класс похожих задач (не только для чисел 5 и 3, а для любых чисел).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B2E002-D8DF-B574-D4B5-8DD47799E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35" y="1440670"/>
            <a:ext cx="3379921" cy="480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318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214</Words>
  <Application>Microsoft Office PowerPoint</Application>
  <PresentationFormat>Широкоэкранный</PresentationFormat>
  <Paragraphs>20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Sitka Subheading Semibold</vt:lpstr>
      <vt:lpstr>Тема Office</vt:lpstr>
      <vt:lpstr>Специальное 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Калмыков</dc:creator>
  <cp:lastModifiedBy>Александр Калмыков</cp:lastModifiedBy>
  <cp:revision>5</cp:revision>
  <dcterms:created xsi:type="dcterms:W3CDTF">2025-10-22T21:40:23Z</dcterms:created>
  <dcterms:modified xsi:type="dcterms:W3CDTF">2025-11-08T17:20:48Z</dcterms:modified>
</cp:coreProperties>
</file>